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1" r:id="rId4"/>
    <p:sldId id="263" r:id="rId5"/>
    <p:sldId id="265" r:id="rId6"/>
    <p:sldId id="267" r:id="rId7"/>
    <p:sldId id="269" r:id="rId8"/>
    <p:sldId id="271" r:id="rId9"/>
    <p:sldId id="273" r:id="rId10"/>
    <p:sldId id="275" r:id="rId11"/>
    <p:sldId id="27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ani Venkatesh" userId="443c374ef56083dc" providerId="LiveId" clId="{EFCD91F0-FFD9-48B2-9C3A-CBD3D212C9B9}"/>
    <pc:docChg chg="modSld">
      <pc:chgData name="Tharani Venkatesh" userId="443c374ef56083dc" providerId="LiveId" clId="{EFCD91F0-FFD9-48B2-9C3A-CBD3D212C9B9}" dt="2025-08-28T15:08:40.781" v="13" actId="1036"/>
      <pc:docMkLst>
        <pc:docMk/>
      </pc:docMkLst>
      <pc:sldChg chg="modSp mod">
        <pc:chgData name="Tharani Venkatesh" userId="443c374ef56083dc" providerId="LiveId" clId="{EFCD91F0-FFD9-48B2-9C3A-CBD3D212C9B9}" dt="2025-08-28T15:08:40.781" v="13" actId="1036"/>
        <pc:sldMkLst>
          <pc:docMk/>
          <pc:sldMk cId="0" sldId="256"/>
        </pc:sldMkLst>
        <pc:picChg chg="mod">
          <ac:chgData name="Tharani Venkatesh" userId="443c374ef56083dc" providerId="LiveId" clId="{EFCD91F0-FFD9-48B2-9C3A-CBD3D212C9B9}" dt="2025-08-28T15:08:40.781" v="13" actId="103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Tharani Venkatesh" userId="443c374ef56083dc" providerId="LiveId" clId="{EFCD91F0-FFD9-48B2-9C3A-CBD3D212C9B9}" dt="2025-08-28T14:09:39.942" v="11" actId="20577"/>
        <pc:sldMkLst>
          <pc:docMk/>
          <pc:sldMk cId="0" sldId="263"/>
        </pc:sldMkLst>
        <pc:spChg chg="mod">
          <ac:chgData name="Tharani Venkatesh" userId="443c374ef56083dc" providerId="LiveId" clId="{EFCD91F0-FFD9-48B2-9C3A-CBD3D212C9B9}" dt="2025-08-28T14:09:39.942" v="11" actId="20577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02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02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41970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652776"/>
            <a:ext cx="13267944" cy="274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81228" y="4458704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b="1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Road Signs </a:t>
            </a:r>
            <a:r>
              <a:rPr lang="en-US" sz="5290" b="1" dirty="0">
                <a:solidFill>
                  <a:srgbClr val="E36883"/>
                </a:solidFill>
                <a:ea typeface="AlibabaPuHuiTi-Alibaba-PuHuiTi" pitchFamily="34" charset="-122"/>
                <a:cs typeface="AlibabaPuHuiTi-Alibaba-PuHuiTi" pitchFamily="34" charset="-120"/>
              </a:rPr>
              <a:t>Classification</a:t>
            </a:r>
            <a:r>
              <a:rPr lang="en-US" sz="5290" b="1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 using CNN</a:t>
            </a:r>
            <a:endParaRPr lang="en-US" sz="529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0"/>
            <a:ext cx="5650992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971800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Introduction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3794760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Road signs are vital for traffic safety.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685800" y="4288536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Automated recognition is important for autonomous vehicles.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685800" y="4782312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This project builds a Convolutional Neural Network (CNN) to classify road signs.</a:t>
            </a:r>
            <a:endParaRPr lang="en-US" sz="15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0"/>
            <a:ext cx="54315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45536"/>
            <a:ext cx="8293608" cy="731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59936"/>
            <a:ext cx="8293608" cy="7315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83480"/>
            <a:ext cx="8293608" cy="7315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85800" y="231343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Objectives</a:t>
            </a:r>
            <a:endParaRPr lang="en-US" sz="3840" dirty="0"/>
          </a:p>
        </p:txBody>
      </p:sp>
      <p:sp>
        <p:nvSpPr>
          <p:cNvPr id="8" name="Text 1"/>
          <p:cNvSpPr/>
          <p:nvPr/>
        </p:nvSpPr>
        <p:spPr>
          <a:xfrm>
            <a:off x="914400" y="33741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Develop a CNN model for road sign classification.</a:t>
            </a:r>
            <a:endParaRPr lang="en-US" sz="1530" dirty="0"/>
          </a:p>
        </p:txBody>
      </p:sp>
      <p:sp>
        <p:nvSpPr>
          <p:cNvPr id="9" name="Text 2"/>
          <p:cNvSpPr/>
          <p:nvPr/>
        </p:nvSpPr>
        <p:spPr>
          <a:xfrm>
            <a:off x="914400" y="42885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Evaluate model performance with standard metrics.</a:t>
            </a:r>
            <a:endParaRPr lang="en-US" sz="1530" dirty="0"/>
          </a:p>
        </p:txBody>
      </p:sp>
      <p:sp>
        <p:nvSpPr>
          <p:cNvPr id="10" name="Text 3"/>
          <p:cNvSpPr/>
          <p:nvPr/>
        </p:nvSpPr>
        <p:spPr>
          <a:xfrm>
            <a:off x="914400" y="52029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Deploy a user-friendly Streamlit app for real-time predictions.</a:t>
            </a:r>
            <a:endParaRPr lang="en-US" sz="15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692" y="0"/>
            <a:ext cx="56601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72491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Dataset Description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3547872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Road sign dataset with 43 classes.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685800" y="4041648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Images resized to 32×32 RGB.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685800" y="4535424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Data split: 60% Training, 20% Validation, 20% Testing.</a:t>
            </a:r>
            <a:endParaRPr lang="en-US" sz="1530" dirty="0"/>
          </a:p>
        </p:txBody>
      </p:sp>
      <p:sp>
        <p:nvSpPr>
          <p:cNvPr id="8" name="Text 4"/>
          <p:cNvSpPr/>
          <p:nvPr/>
        </p:nvSpPr>
        <p:spPr>
          <a:xfrm>
            <a:off x="685800" y="5029200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Applied data augmentation (rotation, flipping, scaling).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478024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Model Architecture (CNN)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3300984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Input: 32×32×3 images.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685800" y="3794760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Layers: Convolution + Pooling → Dense → Softmax.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685800" y="4288536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Activation: ReLU (hidden), Softmax (output).</a:t>
            </a:r>
            <a:endParaRPr lang="en-US" sz="1530" dirty="0"/>
          </a:p>
        </p:txBody>
      </p:sp>
      <p:sp>
        <p:nvSpPr>
          <p:cNvPr id="8" name="Text 4"/>
          <p:cNvSpPr/>
          <p:nvPr/>
        </p:nvSpPr>
        <p:spPr>
          <a:xfrm>
            <a:off x="685800" y="4782312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Optimizer: Adam.</a:t>
            </a:r>
            <a:endParaRPr lang="en-US" sz="1530" dirty="0"/>
          </a:p>
        </p:txBody>
      </p:sp>
      <p:sp>
        <p:nvSpPr>
          <p:cNvPr id="9" name="Text 5"/>
          <p:cNvSpPr/>
          <p:nvPr/>
        </p:nvSpPr>
        <p:spPr>
          <a:xfrm>
            <a:off x="685800" y="5276088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Loss Function: Categorical Cross-Entropy.</a:t>
            </a:r>
            <a:endParaRPr lang="en-US" sz="153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9A8A85-9080-2F4B-C222-D0A4C4F13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03" y="1809428"/>
            <a:ext cx="7316221" cy="4610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DC5D75-D7C2-C21D-77A0-115046B4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361" y="133815"/>
            <a:ext cx="9857678" cy="77500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20868" y="1129284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Model Evaluation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920868" y="1869948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Accuracy: ~95%.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920868" y="2238161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Metrics: Precision, Recall, F1-Score.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920868" y="2606374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Confusion Matrix shows high performance across most classes.</a:t>
            </a:r>
            <a:endParaRPr lang="en-US" sz="153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D91CE6-05E2-8567-6B39-C9B26040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024" y="-320040"/>
            <a:ext cx="763108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0136" y="2971800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Results &amp; Insights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5660136" y="3794760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CNN accurately classifies 43 road sign classes.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5660136" y="4288536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Performs well on unseen test images.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5660136" y="4782312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Minor confusion between similar signs (e.g., speed limits).</a:t>
            </a:r>
            <a:endParaRPr lang="en-US" sz="15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971800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Deployment (Streamlit App)</a:t>
            </a:r>
            <a:endParaRPr lang="en-US" sz="3840" dirty="0"/>
          </a:p>
        </p:txBody>
      </p:sp>
      <p:sp>
        <p:nvSpPr>
          <p:cNvPr id="5" name="Text 1"/>
          <p:cNvSpPr/>
          <p:nvPr/>
        </p:nvSpPr>
        <p:spPr>
          <a:xfrm>
            <a:off x="685800" y="3794760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Developed Streamlit-based UI.</a:t>
            </a:r>
            <a:endParaRPr lang="en-US" sz="1530" dirty="0"/>
          </a:p>
        </p:txBody>
      </p:sp>
      <p:sp>
        <p:nvSpPr>
          <p:cNvPr id="6" name="Text 2"/>
          <p:cNvSpPr/>
          <p:nvPr/>
        </p:nvSpPr>
        <p:spPr>
          <a:xfrm>
            <a:off x="685800" y="4288536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Upload road sign image → Get prediction + confidence score.</a:t>
            </a:r>
            <a:endParaRPr lang="en-US" sz="1530" dirty="0"/>
          </a:p>
        </p:txBody>
      </p:sp>
      <p:sp>
        <p:nvSpPr>
          <p:cNvPr id="7" name="Text 3"/>
          <p:cNvSpPr/>
          <p:nvPr/>
        </p:nvSpPr>
        <p:spPr>
          <a:xfrm>
            <a:off x="685800" y="4782312"/>
            <a:ext cx="8293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Example: Input = STOP sign → Output = “Stop (99.2%)”.</a:t>
            </a:r>
            <a:endParaRPr lang="en-US" sz="15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3145536"/>
            <a:ext cx="8293608" cy="731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4059936"/>
            <a:ext cx="8293608" cy="7315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4983480"/>
            <a:ext cx="8293608" cy="7315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660136" y="2313432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4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Future Improvements</a:t>
            </a:r>
            <a:endParaRPr lang="en-US" sz="3840" dirty="0"/>
          </a:p>
        </p:txBody>
      </p:sp>
      <p:sp>
        <p:nvSpPr>
          <p:cNvPr id="8" name="Text 1"/>
          <p:cNvSpPr/>
          <p:nvPr/>
        </p:nvSpPr>
        <p:spPr>
          <a:xfrm>
            <a:off x="5888736" y="33741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Train on larger &amp; diverse datasets.</a:t>
            </a:r>
            <a:endParaRPr lang="en-US" sz="1530" dirty="0"/>
          </a:p>
        </p:txBody>
      </p:sp>
      <p:sp>
        <p:nvSpPr>
          <p:cNvPr id="9" name="Text 2"/>
          <p:cNvSpPr/>
          <p:nvPr/>
        </p:nvSpPr>
        <p:spPr>
          <a:xfrm>
            <a:off x="5888736" y="42885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Apply transfer learning (ResNet, VGG).</a:t>
            </a:r>
            <a:endParaRPr lang="en-US" sz="1530" dirty="0"/>
          </a:p>
        </p:txBody>
      </p:sp>
      <p:sp>
        <p:nvSpPr>
          <p:cNvPr id="10" name="Text 3"/>
          <p:cNvSpPr/>
          <p:nvPr/>
        </p:nvSpPr>
        <p:spPr>
          <a:xfrm>
            <a:off x="5888736" y="5202936"/>
            <a:ext cx="784555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30" dirty="0">
                <a:solidFill>
                  <a:srgbClr val="D3D3D3"/>
                </a:solidFill>
                <a:latin typeface="思源黑体-思源黑体-Regular" pitchFamily="34" charset="0"/>
                <a:ea typeface="思源黑体-思源黑体-Regular" pitchFamily="34" charset="-122"/>
                <a:cs typeface="思源黑体-思源黑体-Regular" pitchFamily="34" charset="-120"/>
              </a:rPr>
              <a:t>Extend deployment to mobile apps for real-time detection.</a:t>
            </a:r>
            <a:endParaRPr lang="en-US" sz="15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593592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36883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52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271</Words>
  <Application>Microsoft Office PowerPoint</Application>
  <PresentationFormat>Custom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AlibabaPuHuiTi-Alibaba-PuHuiTi</vt:lpstr>
      <vt:lpstr>Arial</vt:lpstr>
      <vt:lpstr>思源黑体-思源黑体-Regular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Tharani Venkatesh</cp:lastModifiedBy>
  <cp:revision>2</cp:revision>
  <dcterms:created xsi:type="dcterms:W3CDTF">2025-08-26T14:15:45Z</dcterms:created>
  <dcterms:modified xsi:type="dcterms:W3CDTF">2025-08-28T15:08:50Z</dcterms:modified>
</cp:coreProperties>
</file>