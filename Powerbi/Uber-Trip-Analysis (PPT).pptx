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Prata" panose="020B0604020202020204" charset="0"/>
      <p:regular r:id="rId12"/>
    </p:embeddedFont>
    <p:embeddedFont>
      <p:font typeface="Raleway" pitchFamily="2" charset="0"/>
      <p:regular r:id="rId13"/>
      <p:bold r:id="rId14"/>
    </p:embeddedFont>
    <p:embeddedFont>
      <p:font typeface="Raleway Bold" charset="0"/>
      <p:bold r:id="rId15"/>
    </p:embeddedFont>
    <p:embeddedFont>
      <p:font typeface="Raleway Medium" pitchFamily="2" charset="0"/>
      <p:regular r:id="rId16"/>
    </p:embeddedFont>
  </p:embeddedFontLst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600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Unlocking Urban Mobility: Uber Trip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 into the power of data to understand Uber trip patterns and enhance urban transportation. This presentation outlines our analysis process, key findings, and actionable recommendations.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484019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60351F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2142" y="5616654"/>
            <a:ext cx="66080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5467112"/>
            <a:ext cx="109894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By Anbunagalakshmi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112437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Foundation: Cleaning and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Acquisition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 Excel workbooks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Raw trip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Location details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Removed duplicates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Handled missing values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32928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Corrected inconsistencies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3798808"/>
            <a:ext cx="28572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Transformation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2067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Standardized formats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2067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Enriched with time attributes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872067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Optimized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49886"/>
            <a:ext cx="92694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DAX Functions: Powering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988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4941332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497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CALCULATE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46711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Modifies filter context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57003" y="48988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74" y="4941332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4119" y="497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SUMX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194119" y="546711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Sums expression over table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6326148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DATESYTD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68519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Year-to-date calculations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457003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074" y="6326148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94119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DIVIDE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8194119" y="68519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 division handling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41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Overview Dashboard: Key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618667"/>
            <a:ext cx="2985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Peak Hours Identified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 activity during evening commute.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618667"/>
            <a:ext cx="30137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Popular Pickup Zones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Downtown and entertainment districts surge.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51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Drop-off Hotspots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00575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Residential areas show consistent demand.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5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737" y="3290292"/>
            <a:ext cx="12153900" cy="673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Time Analysis Dashboard: Trends and Patterns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4737" y="5961221"/>
            <a:ext cx="13120926" cy="30480"/>
          </a:xfrm>
          <a:prstGeom prst="roundRect">
            <a:avLst>
              <a:gd name="adj" fmla="val 106125"/>
            </a:avLst>
          </a:prstGeom>
          <a:solidFill>
            <a:srgbClr val="535455"/>
          </a:solidFill>
          <a:ln/>
        </p:spPr>
      </p:sp>
      <p:sp>
        <p:nvSpPr>
          <p:cNvPr id="5" name="Shape 2"/>
          <p:cNvSpPr/>
          <p:nvPr/>
        </p:nvSpPr>
        <p:spPr>
          <a:xfrm>
            <a:off x="3952161" y="5314414"/>
            <a:ext cx="30480" cy="646867"/>
          </a:xfrm>
          <a:prstGeom prst="roundRect">
            <a:avLst>
              <a:gd name="adj" fmla="val 106125"/>
            </a:avLst>
          </a:prstGeom>
          <a:solidFill>
            <a:srgbClr val="535455"/>
          </a:solidFill>
          <a:ln/>
        </p:spPr>
      </p:sp>
      <p:sp>
        <p:nvSpPr>
          <p:cNvPr id="6" name="Shape 3"/>
          <p:cNvSpPr/>
          <p:nvPr/>
        </p:nvSpPr>
        <p:spPr>
          <a:xfrm>
            <a:off x="3724870" y="5718631"/>
            <a:ext cx="485180" cy="485180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3805714" y="5758994"/>
            <a:ext cx="323374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2619732" y="4287560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Daily Fluctuations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70359" y="4753808"/>
            <a:ext cx="5994440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 morning and evening peaks.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299722" y="5961162"/>
            <a:ext cx="30480" cy="646867"/>
          </a:xfrm>
          <a:prstGeom prst="roundRect">
            <a:avLst>
              <a:gd name="adj" fmla="val 106125"/>
            </a:avLst>
          </a:prstGeom>
          <a:solidFill>
            <a:srgbClr val="535455"/>
          </a:solidFill>
          <a:ln/>
        </p:spPr>
      </p:sp>
      <p:sp>
        <p:nvSpPr>
          <p:cNvPr id="11" name="Shape 8"/>
          <p:cNvSpPr/>
          <p:nvPr/>
        </p:nvSpPr>
        <p:spPr>
          <a:xfrm>
            <a:off x="7072432" y="5718631"/>
            <a:ext cx="485180" cy="485180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7153275" y="5758994"/>
            <a:ext cx="323374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5967293" y="6823710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Weekly Trends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317921" y="7289959"/>
            <a:ext cx="5994440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Weekends drive higher trip volumes.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0647402" y="5314414"/>
            <a:ext cx="30480" cy="646867"/>
          </a:xfrm>
          <a:prstGeom prst="roundRect">
            <a:avLst>
              <a:gd name="adj" fmla="val 106125"/>
            </a:avLst>
          </a:prstGeom>
          <a:solidFill>
            <a:srgbClr val="535455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20112" y="5718631"/>
            <a:ext cx="485180" cy="485180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7" name="Text 14"/>
          <p:cNvSpPr/>
          <p:nvPr/>
        </p:nvSpPr>
        <p:spPr>
          <a:xfrm>
            <a:off x="10500955" y="5758994"/>
            <a:ext cx="323374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314974" y="4287560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Monthly Growth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665601" y="4753808"/>
            <a:ext cx="5994440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Steady increase in overall trips.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Geographic Analysis: Understanding Demand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2854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High-Demand Zones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Concentrated in central business districts.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Travel Corridors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 residential and commercial areas.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Event Impact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Surges around stadiums and venues.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882" y="604004"/>
            <a:ext cx="13096637" cy="1369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Recommendations: Enhance Business Performance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642" y="2411611"/>
            <a:ext cx="1620679" cy="12624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914" y="3006685"/>
            <a:ext cx="308134" cy="3851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0396" y="2630686"/>
            <a:ext cx="3526631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Optimize Driver Allocation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070396" y="3104436"/>
            <a:ext cx="377321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Match supply to peak demand zones.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4906089" y="3686175"/>
            <a:ext cx="8902660" cy="15240"/>
          </a:xfrm>
          <a:prstGeom prst="roundRect">
            <a:avLst>
              <a:gd name="adj" fmla="val 215668"/>
            </a:avLst>
          </a:prstGeom>
          <a:solidFill>
            <a:srgbClr val="535455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303" y="3728799"/>
            <a:ext cx="3241358" cy="126242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914" y="4167426"/>
            <a:ext cx="308134" cy="3851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80735" y="3947874"/>
            <a:ext cx="335244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Dynamic Pricing Strategy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5880735" y="4421624"/>
            <a:ext cx="3352443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Adjust fares for demand surges.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5716429" y="5003363"/>
            <a:ext cx="8092321" cy="15240"/>
          </a:xfrm>
          <a:prstGeom prst="roundRect">
            <a:avLst>
              <a:gd name="adj" fmla="val 215668"/>
            </a:avLst>
          </a:prstGeom>
          <a:solidFill>
            <a:srgbClr val="535455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9963" y="5045988"/>
            <a:ext cx="4862036" cy="126242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795" y="5484614"/>
            <a:ext cx="308134" cy="38516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91074" y="5265063"/>
            <a:ext cx="2767251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Targeted Promotions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6691074" y="5738813"/>
            <a:ext cx="2767251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Boost off-peak ridership.</a:t>
            </a:r>
            <a:endParaRPr lang="en-US" sz="1700" dirty="0"/>
          </a:p>
        </p:txBody>
      </p:sp>
      <p:sp>
        <p:nvSpPr>
          <p:cNvPr id="17" name="Shape 9"/>
          <p:cNvSpPr/>
          <p:nvPr/>
        </p:nvSpPr>
        <p:spPr>
          <a:xfrm>
            <a:off x="6526768" y="6320552"/>
            <a:ext cx="7281982" cy="15240"/>
          </a:xfrm>
          <a:prstGeom prst="roundRect">
            <a:avLst>
              <a:gd name="adj" fmla="val 215668"/>
            </a:avLst>
          </a:prstGeom>
          <a:solidFill>
            <a:srgbClr val="535455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505" y="6363176"/>
            <a:ext cx="6482834" cy="1262420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795" y="6801803"/>
            <a:ext cx="308134" cy="38516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1414" y="6582251"/>
            <a:ext cx="2906316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Expand Service Areas</a:t>
            </a:r>
            <a:endParaRPr lang="en-US" sz="2150" dirty="0"/>
          </a:p>
        </p:txBody>
      </p:sp>
      <p:sp>
        <p:nvSpPr>
          <p:cNvPr id="21" name="Text 11"/>
          <p:cNvSpPr/>
          <p:nvPr/>
        </p:nvSpPr>
        <p:spPr>
          <a:xfrm>
            <a:off x="7501414" y="7056001"/>
            <a:ext cx="373249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underserved neighborhoods.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560" y="784860"/>
            <a:ext cx="7581781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Outlook and Next Steps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197560" y="1826181"/>
            <a:ext cx="370844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5250" dirty="0"/>
          </a:p>
        </p:txBody>
      </p:sp>
      <p:sp>
        <p:nvSpPr>
          <p:cNvPr id="5" name="Text 2"/>
          <p:cNvSpPr/>
          <p:nvPr/>
        </p:nvSpPr>
        <p:spPr>
          <a:xfrm>
            <a:off x="6453307" y="2750701"/>
            <a:ext cx="3196947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Implement pilot programs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197560" y="3190042"/>
            <a:ext cx="3708440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recommendations in selected areas.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10800" y="1826181"/>
            <a:ext cx="370844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5250" dirty="0"/>
          </a:p>
        </p:txBody>
      </p:sp>
      <p:sp>
        <p:nvSpPr>
          <p:cNvPr id="8" name="Text 5"/>
          <p:cNvSpPr/>
          <p:nvPr/>
        </p:nvSpPr>
        <p:spPr>
          <a:xfrm>
            <a:off x="10652403" y="2750701"/>
            <a:ext cx="2825115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Continuous monitoring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210800" y="3190042"/>
            <a:ext cx="370844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key metrics and user feedback.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04121" y="4551521"/>
            <a:ext cx="370844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5250" dirty="0"/>
          </a:p>
        </p:txBody>
      </p:sp>
      <p:sp>
        <p:nvSpPr>
          <p:cNvPr id="11" name="Text 8"/>
          <p:cNvSpPr/>
          <p:nvPr/>
        </p:nvSpPr>
        <p:spPr>
          <a:xfrm>
            <a:off x="8693825" y="5476042"/>
            <a:ext cx="2728913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Iterative Improvement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204121" y="5915382"/>
            <a:ext cx="370844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 strategies based on results.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97560" y="6469142"/>
            <a:ext cx="7721679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analysis provides a solid foundation for data-driven decision making. By acting on these insights, Uber can further optimize its operations, enhance customer experience, and drive sustainable growth in the urban mobility landscape.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ber Pitch Deck Template | FREE PPT &amp; PDF - Presentations Template">
            <a:extLst>
              <a:ext uri="{FF2B5EF4-FFF2-40B4-BE49-F238E27FC236}">
                <a16:creationId xmlns:a16="http://schemas.microsoft.com/office/drawing/2014/main" id="{6B0B9977-63E1-620E-604A-14F42FF56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630401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31C869-0BFD-822C-2E14-16BA330B01B8}"/>
              </a:ext>
            </a:extLst>
          </p:cNvPr>
          <p:cNvSpPr txBox="1"/>
          <p:nvPr/>
        </p:nvSpPr>
        <p:spPr>
          <a:xfrm>
            <a:off x="1303867" y="1744133"/>
            <a:ext cx="497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ptos" panose="020B0004020202020204" pitchFamily="34" charset="0"/>
              </a:rPr>
              <a:t>Thank You.</a:t>
            </a:r>
            <a:endParaRPr lang="hi-IN" sz="48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87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312</Words>
  <Application>Microsoft Office PowerPoint</Application>
  <PresentationFormat>Custom</PresentationFormat>
  <Paragraphs>79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Prata</vt:lpstr>
      <vt:lpstr>Raleway Bold</vt:lpstr>
      <vt:lpstr>Arial</vt:lpstr>
      <vt:lpstr>Raleway</vt:lpstr>
      <vt:lpstr>Aptos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ANBU</cp:lastModifiedBy>
  <cp:revision>6</cp:revision>
  <dcterms:created xsi:type="dcterms:W3CDTF">2025-05-30T12:02:48Z</dcterms:created>
  <dcterms:modified xsi:type="dcterms:W3CDTF">2025-05-30T13:35:13Z</dcterms:modified>
</cp:coreProperties>
</file>